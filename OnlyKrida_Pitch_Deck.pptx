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82880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30D158"/>
                </a:solidFill>
                <a:latin typeface="Calibri"/>
              </a:defRPr>
            </a:pPr>
            <a:r>
              <a:t>ONLYKRIDA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India's First AI-Powered Sports Talent Discovery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0A"/>
                </a:solidFill>
                <a:latin typeface="Calibri"/>
              </a:defRPr>
            </a:pPr>
            <a:r>
              <a:t>Making Every Athlete Visible. Every Scout Smarter.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Pitch Deck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0A"/>
                </a:solidFill>
                <a:latin typeface="Calibri"/>
              </a:defRPr>
            </a:pPr>
            <a:r>
              <a:t>500M+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Indians play sports regularly — less than 1% ever get scouted or discovered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0A"/>
                </a:solidFill>
                <a:latin typeface="Calibri"/>
              </a:defRPr>
            </a:pPr>
            <a:r>
              <a:t>Zero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No centralized system connecting athletes with scouts, coaches, and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0A"/>
                </a:solidFill>
                <a:latin typeface="Calibri"/>
              </a:defRPr>
            </a:pPr>
            <a:r>
              <a:t>Broken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Talent discovery relies on word-of-mouth, WhatsApp groups, and local tournaments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50292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0A"/>
                </a:solidFill>
                <a:latin typeface="Calibri"/>
              </a:defRPr>
            </a:pPr>
            <a:r>
              <a:t>Scout Burnout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Scouts travel thousands of kilometers to find ONE talented player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0292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0A"/>
                </a:solidFill>
                <a:latin typeface="Calibri"/>
              </a:defRPr>
            </a:pPr>
            <a:r>
              <a:t>Invisible Athletes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Millions of skilled athletes have no way to showcase their talent beyond their local community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0292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0A"/>
                </a:solidFill>
                <a:latin typeface="Calibri"/>
              </a:defRPr>
            </a:pPr>
            <a:r>
              <a:t>Academy 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349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Academies can't reach talent outside their city — limited to foot traffic and referrals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Calibri"/>
              </a:defRPr>
            </a:pPr>
            <a:r>
              <a:t>OnlyKrida is a mobile-first platform that connects the entire sports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474720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AI-POWERED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Weighted scoring algorithm matches scouts to athletes based on skill, speed, stamina &amp; position. Auto-recomputes in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194560"/>
            <a:ext cx="3474720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VIDEO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788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Athletes upload training clips, match highlights &amp; achievement reels. Scouts discover talent from anywhere.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194560"/>
            <a:ext cx="3474720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OPPORTUNITY MARKETPLACE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788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Browse &amp; apply to tryouts, tournaments, scholarships, sponsorships, and contracts — all in one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3474720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REAL-TIME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83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1:1 and group chats connect athletes directly with scouts, coaches, and teams. No middlemen.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389120"/>
            <a:ext cx="3474720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VERIFICATION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983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School → District → State → National → Professional badges build trust and credibility.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389120"/>
            <a:ext cx="3474720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9-ROLE ECOSYSTEM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983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Athlete, Coach, Scout, Team, Academy, Trainer, Gym, Brand, Fan — every stakeholder has a dedicated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ATHLETES BECOME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Calibri"/>
              </a:defRPr>
            </a:pPr>
            <a:r>
              <a:t>From invisible to discovered — the OnlyKrida athlete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474720" cy="19202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A0A0A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CREATE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Sign up, choose sport &amp; position, add stats (skill, speed, stamina), set achievements, upload avatar &amp; cover 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103120"/>
            <a:ext cx="3474720" cy="19202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240280"/>
            <a:ext cx="457200" cy="4572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A0A0A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UPLOAD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88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Record training sessions, match clips, achievement moments. Video compression handles slow networks.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103120"/>
            <a:ext cx="3474720" cy="19202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59" y="2240280"/>
            <a:ext cx="457200" cy="4572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A0A0A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19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GET AI-MATCHED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88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Our algorithm scores athlete-scout fit (0-100). Scouts see top matches based on their configured preferences.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3474720" cy="19202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A0A0A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RECEIVE INTEREST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When scouts express interest, athletes get notified. See which organizations are watching — with fit scores.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389120"/>
            <a:ext cx="3474720" cy="19202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9120" y="4526280"/>
            <a:ext cx="457200" cy="4572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A0A0A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APPLY TO OPPORTUNITIES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074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Browse tryouts, tournaments, scholarships. Apply directly. Track status: Pending → Under Review → Selected.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4389120"/>
            <a:ext cx="3474720" cy="19202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38159" y="4526280"/>
            <a:ext cx="457200" cy="4572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A0A0A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19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GET DISCOVERED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074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Chat directly with scouts/coaches. Get shortlisted. Move from local field to professional 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CORE FEATURES — WHAT'S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697480" cy="2103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158"/>
                </a:solidFill>
                <a:latin typeface="Calibri"/>
              </a:defRPr>
            </a:pPr>
            <a:r>
              <a:t>SOCIAL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Instagram-style feed with posts (highlights, training, matches, achievements), likes, comments, follows, real-time updates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45920"/>
            <a:ext cx="2697480" cy="2103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15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Search athletes/scouts by sport, role, location, verification. Smart filters auto-initialize based on user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697480" cy="2103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158"/>
                </a:solidFill>
                <a:latin typeface="Calibri"/>
              </a:defRPr>
            </a:pPr>
            <a:r>
              <a:t>AI SCOUTING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Weighted fit scoring (skill/speed/stamina/position), configurable weights per scout, real-time recomputation, shortlisting with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645920"/>
            <a:ext cx="2697480" cy="2103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158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5 types: tryouts, tournaments, sponsorships, scholarships, contracts. Full application pipeline with status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2697480" cy="2103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158"/>
                </a:solidFill>
                <a:latin typeface="Calibri"/>
              </a:defRPr>
            </a:pPr>
            <a:r>
              <a:t>MESSAGING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Real-time 1:1 DMs + group chats. Read receipts, unread badges, media attachments. Direct message from any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114800"/>
            <a:ext cx="2697480" cy="2103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158"/>
                </a:solidFill>
                <a:latin typeface="Calibri"/>
              </a:defRPr>
            </a:pPr>
            <a:r>
              <a:t>TEAM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663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For scouts/coaches/teams: manage applications, view interested athletes, track pipeline (pending/accepted/rejected)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2697480" cy="2103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158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663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12+ tracked events: screen views, post interactions, applications, messages, follows, interest expressions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4114800"/>
            <a:ext cx="2697480" cy="2103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158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63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11 types: likes, follows, comments, messages, opportunities, applications, mentions — all real-time via Supabase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SCOUTING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Calibri"/>
              </a:defRPr>
            </a:pPr>
            <a:r>
              <a:t>Intelligent matching that gets smarter over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303520" cy="4114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D158"/>
                </a:solidFill>
                <a:latin typeface="Calibri"/>
              </a:defRPr>
            </a:pPr>
            <a:r>
              <a:t>HOW IT WORKS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1. Athletes enter performance stats (skill, speed, stamina: 0-100)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2. Scouts configure matching weights (what matters most to them)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3. Algorithm computes fit score: weighted combination of 4 dimensions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4. Position matching: exact=100, fuzzy=80, none=20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5. Top 20 matches served per scout, auto-recomputed in real-time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6. Scouts shortlist, express interest — athletes get notified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Formula: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FF9F0A"/>
                </a:solidFill>
                <a:latin typeface="Calibri"/>
              </a:defRPr>
            </a:pPr>
            <a:r>
              <a:t>fit = (skill x W1 + speed x W2 + stamina x W3 + posMatch x W4) / sum(W)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FF9F0A"/>
                </a:solidFill>
                <a:latin typeface="Calibri"/>
              </a:defRPr>
            </a:pPr>
            <a:r>
              <a:t>Default weights: Skill 35% | Speed 25% | Stamina 20% | Position 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303520" cy="4114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0A"/>
                </a:solidFill>
                <a:latin typeface="Calibri"/>
              </a:defRPr>
            </a:pPr>
            <a:r>
              <a:t>AI ROADMAP</a:t>
            </a:r>
          </a:p>
          <a:p>
            <a:pPr algn="l">
              <a:spcBef>
                <a:spcPts val="600"/>
              </a:spcBef>
              <a:defRPr sz="1200" b="1">
                <a:solidFill>
                  <a:srgbClr val="30D158"/>
                </a:solidFill>
                <a:latin typeface="Calibri"/>
              </a:defRPr>
            </a:pPr>
            <a:r>
              <a:t>NEAR-TERM (3-6 months):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Cosine similarity for high-dimensional matching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Sport-specific stat models (not just generic 3 stats)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AI-generated scout reports via Claude API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30D158"/>
                </a:solidFill>
                <a:latin typeface="Calibri"/>
              </a:defRPr>
            </a:pPr>
            <a:r>
              <a:t>MID-TERM (6-12 months):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Video auto-tagging with computer vision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Collaborative filtering (similar scouts = similar picks)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Recency weighting (recent performance &gt; old)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30D158"/>
                </a:solidFill>
                <a:latin typeface="Calibri"/>
              </a:defRPr>
            </a:pPr>
            <a:r>
              <a:t>LONG-TERM (12-24 months):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Embeddings (pgvector) for semantic matching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Wearable data integration (GPS, heart rate, sprint speed)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Performance prediction models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  Automated highlight reel generation from match footage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4389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828800"/>
            <a:ext cx="1097280" cy="109728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A0A0A"/>
                </a:solidFill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0D158"/>
                </a:solidFill>
                <a:latin typeface="Calibri"/>
              </a:defRPr>
            </a:pPr>
            <a:r>
              <a:t>$130B+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India Sports Market by 2030</a:t>
            </a:r>
            <a:br/>
            <a:r>
              <a:t>(KPMG/CII)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All athletes, coaches, scouts,</a:t>
            </a:r>
            <a:br/>
            <a:r>
              <a:t>teams, academies in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0" y="1828800"/>
            <a:ext cx="1097280" cy="109728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A0A0A"/>
                </a:solidFill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108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0D158"/>
                </a:solidFill>
                <a:latin typeface="Calibri"/>
              </a:defRPr>
            </a:pPr>
            <a:r>
              <a:t>250M+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74903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Youth aged 15-30 playing</a:t>
            </a:r>
            <a:br/>
            <a:r>
              <a:t>organized/semi-organized sports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663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Football, cricket, basketball,</a:t>
            </a:r>
            <a:br/>
            <a:r>
              <a:t>athletics, kabaddi in Tier 1/2 cities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474720" cy="43891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0" y="18288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A0A0A"/>
                </a:solidFill>
              </a:defRPr>
            </a:pPr>
            <a: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08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0D158"/>
                </a:solidFill>
                <a:latin typeface="Calibri"/>
              </a:defRPr>
            </a:pPr>
            <a:r>
              <a:t>50K+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4903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Active football players</a:t>
            </a:r>
            <a:br/>
            <a:r>
              <a:t>in Bengaluru (launch market)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663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Starting with Football + Bengaluru</a:t>
            </a:r>
            <a:br/>
            <a:r>
              <a:t>Expanding to 8-10 sports, 10+ cities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0A"/>
                </a:solidFill>
                <a:latin typeface="Calibri"/>
              </a:defRPr>
            </a:pPr>
            <a:r>
              <a:t>No direct competitor in India combining social + AI scouting + opportunities in one mobile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Athletes ALWAYS free. Revenue from organizations, premium tools, and marketplace.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D158"/>
                </a:solidFill>
                <a:latin typeface="Calibri"/>
              </a:defRPr>
            </a:pPr>
            <a:r>
              <a:t>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D158"/>
                </a:solidFill>
                <a:latin typeface="Calibri"/>
              </a:defRPr>
            </a:pPr>
            <a:r>
              <a:t>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D158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D158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2468880"/>
            <a:ext cx="11430000" cy="41148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Academy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INR 1-5K/mo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Month 4-6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Branded page, athlete dashboard, scout visibility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26080"/>
            <a:ext cx="11430000" cy="41148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Scout Pro (Individual)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INR 2-5K/mo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Month 6-9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Advanced matching, unlimited shortlists, AI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383280"/>
            <a:ext cx="11430000" cy="41148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Scout Pro (Institutional)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INR 10-25K/mo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29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Month 6-9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Team accounts, bulk scouting,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840480"/>
            <a:ext cx="11430000" cy="41148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Opportunity Listings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INR 2-5K/listing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Month 9-12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86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Post tryouts, tournaments, sponsorships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297680"/>
            <a:ext cx="11430000" cy="41148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Featured Placement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INR 5-10K/week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343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Month 9-12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Priority visibility in athlete feeds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754880"/>
            <a:ext cx="11430000" cy="41148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Athlete 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INR 199-499/mo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Month 12-18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Advanced analytics, performance insights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212080"/>
            <a:ext cx="11430000" cy="41148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Tournament SaaS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INR 10-25K/event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Month 12-18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End-to-end tournament management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669280"/>
            <a:ext cx="11430000" cy="41148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B2B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715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Custom pricing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Month 12-18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715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Anonymized sports talent data &amp; insights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0" y="6217920"/>
            <a:ext cx="6675120" cy="457200"/>
          </a:xfrm>
          <a:prstGeom prst="round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6245352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Calibri"/>
              </a:defRPr>
            </a:pPr>
            <a:r>
              <a:t>MONTH 18 TARGET:  INR 5,00,000+/month  (INR 60L+/year)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743200" cy="475488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1097280" cy="320040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A0A"/>
                </a:solidFill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83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Weeks 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MVP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100" b="0">
                <a:solidFill>
                  <a:srgbClr val="AAAAAA"/>
                </a:solidFill>
                <a:latin typeface="Calibri"/>
              </a:defRPr>
            </a:pPr>
            <a:r>
              <a:t>Football + Bengaluru focus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Seed: 100 athletes, 10 scouts, 5 academies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KPIs: 50+ videos, 5+ shortlists, 10+ messages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Channel: Academy partnerships + WhatsApp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645920"/>
            <a:ext cx="2743200" cy="475488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783080"/>
            <a:ext cx="1097280" cy="320040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A0A"/>
                </a:solidFill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Month 2-4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PRODUCT-MARKET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8346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100" b="0">
                <a:solidFill>
                  <a:srgbClr val="AAAAAA"/>
                </a:solidFill>
                <a:latin typeface="Calibri"/>
              </a:defRPr>
            </a:pPr>
            <a:r>
              <a:t>Scale to 1,000 athletes, 50 scouts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Add training logs, sports passports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WhatsApp deep links for viral sharing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#OnlyKridaChallenge on Instagram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2743200" cy="475488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1097280" cy="320040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A0A"/>
                </a:solidFill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1783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Month 4-8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&amp;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100" b="0">
                <a:solidFill>
                  <a:srgbClr val="AAAAAA"/>
                </a:solidFill>
                <a:latin typeface="Calibri"/>
              </a:defRPr>
            </a:pPr>
            <a:r>
              <a:t>10,000 athletes, 200 scouts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Enhanced AI matching + video auto-tagging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Wearable device integration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State-level sports association partnerships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645920"/>
            <a:ext cx="2743200" cy="475488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1783080"/>
            <a:ext cx="1097280" cy="320040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A0A"/>
                </a:solidFill>
              </a:defRPr>
            </a:pPr>
            <a: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1783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Month 8-18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MULTI-SPORT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8346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100" b="0">
                <a:solidFill>
                  <a:srgbClr val="AAAAAA"/>
                </a:solidFill>
                <a:latin typeface="Calibri"/>
              </a:defRPr>
            </a:pPr>
            <a:r>
              <a:t>100,000 athletes across 8-10 sports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10+ cities + Dubai expansion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7 Indian languages (vernacular support)</a:t>
            </a:r>
          </a:p>
          <a:p>
            <a:pPr>
              <a:spcBef>
                <a:spcPts val="8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National federation &amp; IPL/ISL partnerships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WHAT'S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Production-ready. TypeScript strict. 0 compile errors. Supabase backend with RLS security.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96596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9-role authentication with dedicated signup flows</a:t>
            </a:r>
          </a:p>
        </p:txBody>
      </p:sp>
      <p:sp>
        <p:nvSpPr>
          <p:cNvPr id="7" name="Oval 6"/>
          <p:cNvSpPr/>
          <p:nvPr/>
        </p:nvSpPr>
        <p:spPr>
          <a:xfrm>
            <a:off x="6217920" y="196596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scouting engine with weighted fit scoring (0-100)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1460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Real-time 1:1 + group messaging with read receipts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251460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Opportunity marketplace with full application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6324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Social feed: posts, likes, comments, follows (real-time)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306324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Discover with sport/role/location/verified filters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61188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Video &amp; image upload with compression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361188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Notifications center (11 types, all real-time)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16052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Team dashboard with application management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416052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Scout preferences + shortlisting with notes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70916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Analytics tracking (12+ events, batched flush)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470916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Profile customization (cover photo, avatar, stats, achievements)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5257799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120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Verification badge system (5-tier pipeline)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5257799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52120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16+ database tables with triggers &amp; indexes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" y="580644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Row Level Security on all tables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0" y="5806440"/>
            <a:ext cx="228600" cy="2286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Offline caching via AsyncStorage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743200" cy="36576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D15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React Native 0.81 + Expo SDK 54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TypeScript 5.9 (strict mode)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Expo Router (file-based routing)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Lucide Icons + Expo Blur/Gradient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743200" cy="36576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D15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Supabase (PostgreSQL + Auth)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Supabase Realtime (subscriptions)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Supabase Storage (media uploads)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Row Level Security on all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743200" cy="36576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D158"/>
                </a:solidFill>
                <a:latin typeface="Calibri"/>
              </a:defRPr>
            </a:pPr>
            <a: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10 Context Providers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AsyncStorage (offline caching)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React Query (data fetching)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Zustand (available, secondary)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645920"/>
            <a:ext cx="2743200" cy="36576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D158"/>
                </a:solidFill>
                <a:latin typeface="Calibri"/>
              </a:defRPr>
            </a:pPr>
            <a:r>
              <a:t>AI /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1200" b="0">
                <a:solidFill>
                  <a:srgbClr val="AAAAAA"/>
                </a:solidFill>
                <a:latin typeface="Calibri"/>
              </a:defRPr>
            </a:pPr>
            <a:r>
              <a:t>Custom weighted scoring algorithm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Real-time recomputation engine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Analytics event pipeline</a:t>
            </a:r>
          </a:p>
          <a:p>
            <a:pPr>
              <a:spcBef>
                <a:spcPts val="1200"/>
              </a:spcBef>
              <a:defRPr sz="1200">
                <a:solidFill>
                  <a:srgbClr val="AAAAAA"/>
                </a:solidFill>
                <a:latin typeface="Calibri"/>
              </a:defRPr>
            </a:pPr>
            <a:r>
              <a:t>Ready for ML/embeddings upgrade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ONLYKRIDA 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94960" cy="10058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FIRST MOVER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No platform in India combines social networking + AI scouting + opportunity marketplace for sports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10058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NETWORK EFFECTS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More athletes attract more scouts, which attract more opportunities, which attract more athletes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5394960" cy="10058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TRUST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5-tier verification (School to Professional) builds credibility that no competitor offers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88920"/>
            <a:ext cx="5394960" cy="10058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MOBILE-NATIVE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Built for India's smartphone-first, 4G reality with video compression and offline caching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5394960" cy="10058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9-ROLE 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Not just athletes — coaches, scouts, teams, academies, gyms, brands, trainers, fans all have dedicated experiences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394960" cy="10058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AI-UPGRADEABLE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Simple weighted scoring today, ready for cosine similarity, embeddings, collaborative filtering tomorrow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57800"/>
            <a:ext cx="5394960" cy="10058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FREE FOR ATHLETES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15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Core principle: never paywall discovery, search, or applying. Revenue from organizations.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257800"/>
            <a:ext cx="5394960" cy="10058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LOCALIZATION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15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Architecture supports 7 Indian languages. Built for Bengaluru, designed for all of India + Dubai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645920"/>
            <a:ext cx="393192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0D158"/>
                </a:solidFill>
                <a:latin typeface="Calibri"/>
              </a:defRPr>
            </a:pPr>
            <a:r>
              <a:t>ONLYKRIDA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Making Every Athlete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9F0A"/>
                </a:solidFill>
                <a:latin typeface="Calibri"/>
              </a:defRPr>
            </a:pPr>
            <a:r>
              <a:t>Every Scout Smarter.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500 million athletes deserve to be seen.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Let's talk.  |  onlysports.app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